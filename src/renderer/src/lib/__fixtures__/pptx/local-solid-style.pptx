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</p:sldIdLst>
  <p:sldSz cx="18288000" cy="10287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488a7f-eaab-4719-b80e-5be0ff8c58ab"/>
          <p:cNvSpPr txBox="0"/>
          <p:nvPr/>
        </p:nvSpPr>
        <p:spPr>
          <a:xfrm rot="0">
            <a:off x="3429000" y="2667000"/>
            <a:ext cx="2857500" cy="1905000"/>
          </a:xfrm>
          <a:prstGeom prst="rect">
            <a:avLst/>
          </a:prstGeom>
          <a:solidFill>
            <a:srgbClr val="FF0000">
              <a:tint val="50000"/>
            </a:srgbClr>
          </a:solidFill>
          <a:ln w="19050">
            <a:solidFill>
              <a:srgbClr val="FF0000">
                <a:tint val="5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HHC">
  <a:themeElements>
    <a:clrScheme name="HHC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0000"/>
      </a:accent1>
      <a:accent2>
        <a:srgbClr val="FFFFFF"/>
      </a:accent2>
      <a:accent3>
        <a:srgbClr val="000000"/>
      </a:accent3>
      <a:accent4>
        <a:srgbClr val="FFFFFF"/>
      </a:accent4>
      <a:accent5>
        <a:srgbClr val="000000"/>
      </a:accent5>
      <a:accent6>
        <a:srgbClr val="FFFFFF"/>
      </a:accent6>
      <a:hlink>
        <a:srgbClr val="000000"/>
      </a:hlink>
      <a:folHlink>
        <a:srgbClr val="FFFFFF"/>
      </a:folHlink>
    </a:clrScheme>
    <a:fontScheme name="HH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HHC">
      <a:fillStyleLst>
        <a:solidFill>
          <a:schemeClr val="phClr">
            <a:tint val="50000"/>
          </a:schemeClr>
        </a:solidFill>
        <a:solidFill>
          <a:schemeClr val="phClr"/>
        </a:solidFill>
        <a:solidFill>
          <a:schemeClr val="phClr"/>
        </a:solidFill>
      </a:fillStyleLst>
      <a:lnStyleLst>
        <a:ln w="95250">
          <a:solidFill>
            <a:schemeClr val="phClr"/>
          </a:solidFill>
          <a:prstDash val="dash"/>
        </a:ln>
        <a:ln w="0">
          <a:solidFill>
            <a:schemeClr val="phClr"/>
          </a:solidFill>
          <a:prstDash val="solid"/>
        </a:ln>
        <a:ln w="0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8100" dir="2700000">
              <a:srgbClr val="000000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