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</p:sldIdLst>
  <p:sldSz cx="18288000" cy="10287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ad73c68-071b-4fdb-9e84-167808aee095"/>
          <p:cNvSpPr txBox="0"/>
          <p:nvPr/>
        </p:nvSpPr>
        <p:spPr>
          <a:xfrm rot="0">
            <a:off x="3429000" y="2667000"/>
            <a:ext cx="2857500" cy="1905000"/>
          </a:xfrm>
          <a:prstGeom prst="rect">
            <a:avLst/>
          </a:prstGeom>
          <a:solidFill>
            <a:srgbClr val="FF0000"/>
          </a:solidFill>
        </p:spPr>
        <p:style>
          <a:lnRef idx="1">
            <a:srgbClr val="FF0000"/>
          </a:lnRef>
          <a:fillRef idx="0">
            <a:srgbClr val="FF0000"/>
          </a:fillRef>
          <a:effectRef idx="0">
            <a:srgbClr val="FF0000"/>
          </a:effectRef>
          <a:fontRef idx="minor">
            <a:srgbClr val="FF0000"/>
          </a:fontRef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HHC">
  <a:themeElements>
    <a:clrScheme name="HHC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FFFFFF"/>
      </a:accent2>
      <a:accent3>
        <a:srgbClr val="000000"/>
      </a:accent3>
      <a:accent4>
        <a:srgbClr val="FFFFFF"/>
      </a:accent4>
      <a:accent5>
        <a:srgbClr val="000000"/>
      </a:accent5>
      <a:accent6>
        <a:srgbClr val="FFFFFF"/>
      </a:accent6>
      <a:hlink>
        <a:srgbClr val="000000"/>
      </a:hlink>
      <a:folHlink>
        <a:srgbClr val="FFFFFF"/>
      </a:folHlink>
    </a:clrScheme>
    <a:fontScheme name="HH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HH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0">
          <a:solidFill>
            <a:schemeClr val="phClr"/>
          </a:solidFill>
          <a:prstDash val="solid"/>
          <a:round/>
        </a:ln>
        <a:ln w="0">
          <a:solidFill>
            <a:schemeClr val="phClr"/>
          </a:solidFill>
          <a:prstDash val="solid"/>
        </a:ln>
        <a:ln w="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8100" dir="2700000">
              <a:srgbClr val="000000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